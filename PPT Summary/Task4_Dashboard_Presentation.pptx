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15" y="3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08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10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720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77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302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261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203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97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60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84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90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8283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17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76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64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6608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61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9970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Global Sales Performance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Task 4 – Power BI Dashboard</a:t>
            </a:r>
          </a:p>
          <a:p>
            <a:r>
              <a:rPr dirty="0"/>
              <a:t>Created by: </a:t>
            </a:r>
            <a:r>
              <a:rPr lang="en-US" dirty="0"/>
              <a:t>Vikram Singh Bisht</a:t>
            </a:r>
            <a:endParaRPr dirty="0"/>
          </a:p>
          <a:p>
            <a:r>
              <a:rPr dirty="0"/>
              <a:t>Tool: Power BI (Corporate Blue Theme)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an interactive sales performance dashboard</a:t>
            </a:r>
          </a:p>
          <a:p>
            <a:r>
              <a:t>• Analyze orders, revenue, geography, product lines</a:t>
            </a:r>
          </a:p>
          <a:p>
            <a:r>
              <a:t>• Provide business-ready insights for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File: sales_data_sample.csv</a:t>
            </a:r>
          </a:p>
          <a:p>
            <a:r>
              <a:t>• Records: Orders, Sales, Product Line, Geography, Deal Size</a:t>
            </a:r>
          </a:p>
          <a:p>
            <a:r>
              <a:t>• Columns: ORDERDATE, SALES, PRODUCTLINE, COUNTRY, DEALSIZE, STATUS,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Included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Sales</a:t>
            </a:r>
          </a:p>
          <a:p>
            <a:r>
              <a:t>• Total Orders</a:t>
            </a:r>
          </a:p>
          <a:p>
            <a:r>
              <a:t>• Total Quantity Sold</a:t>
            </a:r>
          </a:p>
          <a:p>
            <a:r>
              <a:t>• Average Order Value</a:t>
            </a:r>
          </a:p>
          <a:p>
            <a:r>
              <a:t>• Top Product Line</a:t>
            </a:r>
          </a:p>
          <a:p>
            <a:r>
              <a:t>• Top Country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dashboard includes</a:t>
            </a:r>
            <a:r>
              <a:rPr dirty="0"/>
              <a:t>:</a:t>
            </a:r>
          </a:p>
          <a:p>
            <a:r>
              <a:rPr dirty="0"/>
              <a:t>• KPI Row (Top)</a:t>
            </a:r>
            <a:endParaRPr lang="en-US" dirty="0"/>
          </a:p>
          <a:p>
            <a:r>
              <a:rPr lang="en-US" dirty="0"/>
              <a:t>• Slicers: Year, Quarter, Month, Country, Product Line, Deal Size</a:t>
            </a:r>
          </a:p>
          <a:p>
            <a:r>
              <a:rPr lang="en-IN" dirty="0"/>
              <a:t>• Order Status Donut Chart</a:t>
            </a:r>
            <a:endParaRPr dirty="0"/>
          </a:p>
          <a:p>
            <a:r>
              <a:rPr dirty="0"/>
              <a:t>• Sales Trend Line Chart</a:t>
            </a:r>
          </a:p>
          <a:p>
            <a:r>
              <a:rPr dirty="0"/>
              <a:t>• Product Line Sales Analysis</a:t>
            </a:r>
          </a:p>
          <a:p>
            <a:r>
              <a:rPr dirty="0"/>
              <a:t>• Quantity Sold by Product Line</a:t>
            </a:r>
          </a:p>
          <a:p>
            <a:r>
              <a:rPr dirty="0"/>
              <a:t>• Country-wise Sales</a:t>
            </a:r>
          </a:p>
          <a:p>
            <a:r>
              <a:rPr dirty="0"/>
              <a:t>• Deal Size vs Revenue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Screenshot</a:t>
            </a:r>
          </a:p>
        </p:txBody>
      </p:sp>
      <p:pic>
        <p:nvPicPr>
          <p:cNvPr id="4" name="Picture 3" descr="cdb0d11f-a42c-4cfb-a7ec-ce58400752d4.png">
            <a:extLst>
              <a:ext uri="{FF2B5EF4-FFF2-40B4-BE49-F238E27FC236}">
                <a16:creationId xmlns:a16="http://schemas.microsoft.com/office/drawing/2014/main" id="{2BD23F4E-1950-8ACC-AD55-3A0651B5B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10" y="1999488"/>
            <a:ext cx="8061882" cy="44057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5D219-387B-6490-C3E4-D42E04A34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F6627-0A8C-40E2-CC90-A5C2A4EA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 Screenshot</a:t>
            </a:r>
            <a:r>
              <a:rPr lang="en-US" dirty="0"/>
              <a:t> Using Country Slicer</a:t>
            </a:r>
            <a:endParaRPr dirty="0"/>
          </a:p>
        </p:txBody>
      </p:sp>
      <p:pic>
        <p:nvPicPr>
          <p:cNvPr id="3" name="Picture 2" descr="f6c91373-9d89-4b42-9c17-18a45589f84b.png">
            <a:extLst>
              <a:ext uri="{FF2B5EF4-FFF2-40B4-BE49-F238E27FC236}">
                <a16:creationId xmlns:a16="http://schemas.microsoft.com/office/drawing/2014/main" id="{699B35B7-72F5-5244-36A7-D9FDEEC08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53" y="2507323"/>
            <a:ext cx="7853819" cy="389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60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7A201-205C-BEA4-39E2-B6C48C9C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3C15D-15D5-206B-F49F-1CC5747D7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 Screenshot</a:t>
            </a:r>
            <a:r>
              <a:rPr lang="en-US" dirty="0"/>
              <a:t> Using Deal Size Slicer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924AB9-B5BF-86BA-17CA-890CC62C1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10" y="2243328"/>
            <a:ext cx="7964346" cy="416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86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Sales trend shows periodic spikes in key months</a:t>
            </a:r>
          </a:p>
          <a:p>
            <a:r>
              <a:t>• Certain product lines contribute major revenue</a:t>
            </a:r>
          </a:p>
          <a:p>
            <a:r>
              <a:t>• Large deal sizes generate high revenue</a:t>
            </a:r>
          </a:p>
          <a:p>
            <a:r>
              <a:t>• Some countries dominate sales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Theme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Power BI Desktop</a:t>
            </a:r>
          </a:p>
          <a:p>
            <a:r>
              <a:t>• Corporate Blue Theme</a:t>
            </a:r>
          </a:p>
          <a:p>
            <a:r>
              <a:t>• DAX measures for KPIs</a:t>
            </a:r>
          </a:p>
          <a:p>
            <a:r>
              <a:t>• Slicers for interactivity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Dashboard provides actionable insights</a:t>
            </a:r>
          </a:p>
          <a:p>
            <a:r>
              <a:t>• Supports decision-making for sales &amp; product strategy</a:t>
            </a:r>
          </a:p>
          <a:p>
            <a:r>
              <a:t>• Fully interactive and user-friendly design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</TotalTime>
  <Words>254</Words>
  <Application>Microsoft Office PowerPoint</Application>
  <PresentationFormat>On-screen Show (4:3)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Global Sales Performance Dashboard</vt:lpstr>
      <vt:lpstr>Objective</vt:lpstr>
      <vt:lpstr>Dataset Used</vt:lpstr>
      <vt:lpstr>KPIs Included</vt:lpstr>
      <vt:lpstr>Dashboard Layout</vt:lpstr>
      <vt:lpstr>Dashboard Screenshot</vt:lpstr>
      <vt:lpstr>Dashboard Screenshot Using Country Slicer</vt:lpstr>
      <vt:lpstr>Dashboard Screenshot Using Deal Size Slicer</vt:lpstr>
      <vt:lpstr>Insights</vt:lpstr>
      <vt:lpstr>Tools &amp; Theme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Vikram Singh Bisht</dc:creator>
  <cp:keywords/>
  <dc:description>generated using python-pptx</dc:description>
  <cp:lastModifiedBy>Vikram Singh Bisht</cp:lastModifiedBy>
  <cp:revision>2</cp:revision>
  <dcterms:created xsi:type="dcterms:W3CDTF">2013-01-27T09:14:16Z</dcterms:created>
  <dcterms:modified xsi:type="dcterms:W3CDTF">2025-11-18T09:04:35Z</dcterms:modified>
  <cp:category/>
</cp:coreProperties>
</file>